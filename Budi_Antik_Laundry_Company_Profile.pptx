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pembuka profil usaha Budi Antik Laundry Majasem Kota Cirebon.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Menjelaskan identitas usaha, locus wilayah di Majasem Karyamulya Kesambi Cirebon, serta visi pelayanan.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Pilar pembeda Budi Antik Laundry dibanding kompetitor konvensional.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Pricelist lengkap layanan kiloan dan satuan.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Alur customer journey dari form website hingga pengantaran pakaian.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Inovasi digital yang mendukung efisiensi operasional Budi Antik Laundry.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penutup berisi area operasional, kontak, dan tagline.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Budi Antik Laundry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Profil Usaha &amp; Layanan Laundry Modern Berbasis Web &amp; WhatsApp Otomatis</a:t>
            </a:r>
          </a:p>
          <a:p>
            <a:r>
              <a:t>Wilayah Majasem, Kota Cirebon | https://budi-antik-laundry.vercel.app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Tentang Budi Antik Laundry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>
                <a:solidFill>
                  <a:srgbClr val="0891B2"/>
                </a:solidFill>
              </a:rPr>
              <a:t>Profil Usaha:</a:t>
            </a:r>
          </a:p>
          <a:p>
            <a:pPr lvl="1"/>
            <a:r>
              <a:rPr sz="1600"/>
              <a:t>Budi Antik Laundry adalah penyedia jasa cuci kiloan dan satuan modern yang berfokus pada kualitas kebersihan, kenyamanan pelanggan, dan kecepatan penjemputan.</a:t>
            </a:r>
          </a:p>
          <a:p>
            <a:pPr/>
            <a:r>
              <a:rPr sz="2000" b="1">
                <a:solidFill>
                  <a:srgbClr val="0891B2"/>
                </a:solidFill>
              </a:rPr>
              <a:t>Lokus Operasional:</a:t>
            </a:r>
          </a:p>
          <a:p>
            <a:pPr lvl="1"/>
            <a:r>
              <a:rPr sz="1600"/>
              <a:t>Berlokasi di Jl. Majasem Raya, Kelurahan Karyamulya, Kecamatan Kesambi, Kota Cirebon.</a:t>
            </a:r>
          </a:p>
          <a:p>
            <a:pPr/>
            <a:r>
              <a:rPr sz="2000" b="1">
                <a:solidFill>
                  <a:srgbClr val="0891B2"/>
                </a:solidFill>
              </a:rPr>
              <a:t>Visi &amp; Misi:</a:t>
            </a:r>
          </a:p>
          <a:p>
            <a:pPr lvl="1"/>
            <a:r>
              <a:rPr sz="1600"/>
              <a:t>Menjadi solusi laundry terpercaya nomor 1 bagi keluarga, mahasiswa, dan profesional di Cirebon dengan standar higienis tinggi tanpa repot keluar rumah.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Budi Antik Laundry • Majasem Kota Cirebon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Keunggulan Utama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1">
                <a:solidFill>
                  <a:srgbClr val="0E7490"/>
                </a:solidFill>
              </a:rPr>
              <a:t>1. Prinsip 1 Mesin 1 Pelanggan (Higienis):</a:t>
            </a:r>
          </a:p>
          <a:p>
            <a:pPr lvl="1"/>
            <a:r>
              <a:rPr sz="1500"/>
              <a:t>Pakaian tiap pelanggan dicuci terpisah tanpa pernah dicampur. Privasi terjaga, lebih higienis, dan bebas risiko tertukar.</a:t>
            </a:r>
          </a:p>
          <a:p>
            <a:pPr/>
            <a:r>
              <a:rPr sz="1800" b="1">
                <a:solidFill>
                  <a:srgbClr val="0E7490"/>
                </a:solidFill>
              </a:rPr>
              <a:t>2. Otomasi WhatsApp Gateway via Fonnte:</a:t>
            </a:r>
          </a:p>
          <a:p>
            <a:pPr lvl="1"/>
            <a:r>
              <a:rPr sz="1500"/>
              <a:t>Invoice, konfirmasi penjemputan, dan update status cuci otomatis masuk ke WhatsApp pelanggan dan admin secara real-time.</a:t>
            </a:r>
          </a:p>
          <a:p>
            <a:pPr/>
            <a:r>
              <a:rPr sz="1800" b="1">
                <a:solidFill>
                  <a:srgbClr val="0E7490"/>
                </a:solidFill>
              </a:rPr>
              <a:t>3. Formula Parfum Premium &amp; Setrika Uap:</a:t>
            </a:r>
          </a:p>
          <a:p>
            <a:pPr lvl="1"/>
            <a:r>
              <a:rPr sz="1500"/>
              <a:t>Aroma segar mewah tahan lama serta setrika uap presisi yang merawat serat pakaian agar tidak cepat rusak.</a:t>
            </a:r>
          </a:p>
          <a:p>
            <a:pPr/>
            <a:r>
              <a:rPr sz="1800" b="1">
                <a:solidFill>
                  <a:srgbClr val="0E7490"/>
                </a:solidFill>
              </a:rPr>
              <a:t>4. Layanan Antar-Jemput Siaga Majasem:</a:t>
            </a:r>
          </a:p>
          <a:p>
            <a:pPr lvl="1"/>
            <a:r>
              <a:rPr sz="1500"/>
              <a:t>Kurir standby menjemput langsung ke rumah, kos, kantor, atau tempat usaha Anda sesuai jadwal yang dipilih.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Budi Antik Laundry • Majasem Kota Cirebon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Daftar Layanan &amp; Tarif Transparan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Budi Antik Laundry • Majasem Kota Cirebon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87828">
                <a:tc>
                  <a:txBody>
                    <a:bodyPr/>
                    <a:lstStyle/>
                    <a:p>
                      <a:r>
                        <a:t>Jenis Layanan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Estimasi Waktu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Fasilitas &amp; Keunggulan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Cuci Komplit Kiloan (Reguler)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Rp 7.000 /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Hari Kerja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Cuci bersih, kering tuntas, setrika uap rapi, parfum premium, packing rapat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Cuci Express Kilat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Rp 12.000 /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4 - 6 Jam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Prioritas utama selesai hari yang sama, cocok untuk kebutuhan seragam mendadak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Cuci Kering Lipat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Rp 5.000 /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1 - 2 Hari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Pakaian dicuci wangi dan dilipat rapi tanpa disetrika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Setrika Uap Presisi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Rp 5.000 /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Hari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Khusus pakaian yang sudah dicuci sendiri, disetrika halus dan wangi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Cuci Satuan Bed Cover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Mulai Rp 25.000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2 - 3 Hari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Pencucian khusus ukuran Single, Queen, hingga King dengan deterjen lembut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r>
                        <a:t>Cuci Satuan Khusus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Mulai Rp 20.000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2 - 3 Hari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Perawatan profesional untuk selimut tebal, jas/blazer, karpet, dan gorden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Alur Pemesanan Online (4 Langkah Mudah)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1">
                <a:solidFill>
                  <a:srgbClr val="0891B2"/>
                </a:solidFill>
              </a:rPr>
              <a:t>Langkah 1 — Akses Form Pemesanan di Website:</a:t>
            </a:r>
          </a:p>
          <a:p>
            <a:pPr lvl="1"/>
            <a:r>
              <a:rPr sz="1500"/>
              <a:t>Buka link https://budi-antik-laundry.vercel.app lalu isi nama, nomor WA, alamat di Majasem, pilihan layanan, dan jadwal jemput.</a:t>
            </a:r>
          </a:p>
          <a:p>
            <a:pPr/>
            <a:r>
              <a:rPr sz="1800" b="1">
                <a:solidFill>
                  <a:srgbClr val="0891B2"/>
                </a:solidFill>
              </a:rPr>
              <a:t>Langkah 2 — Konfirmasi &amp; Invoice WhatsApp Instan:</a:t>
            </a:r>
          </a:p>
          <a:p>
            <a:pPr lvl="1"/>
            <a:r>
              <a:rPr sz="1500"/>
              <a:t>Sistem otomatis membuat No. Order (misal: BAL-261029-xxx) dan mengirimkan rincian nota langsung ke WhatsApp pelanggan &amp; admin via Fonnte.</a:t>
            </a:r>
          </a:p>
          <a:p>
            <a:pPr/>
            <a:r>
              <a:rPr sz="1800" b="1">
                <a:solidFill>
                  <a:srgbClr val="0891B2"/>
                </a:solidFill>
              </a:rPr>
              <a:t>Langkah 3 — Kurir Menjemput Cucian:</a:t>
            </a:r>
          </a:p>
          <a:p>
            <a:pPr lvl="1"/>
            <a:r>
              <a:rPr sz="1500"/>
              <a:t>Kurir tiba di lokasi pelanggan sesuai jam yang ditentukan, menimbang cucian di tempat, dan membawanya ke outlet.</a:t>
            </a:r>
          </a:p>
          <a:p>
            <a:pPr/>
            <a:r>
              <a:rPr sz="1800" b="1">
                <a:solidFill>
                  <a:srgbClr val="0891B2"/>
                </a:solidFill>
              </a:rPr>
              <a:t>Langkah 4 — Pengantaran Kembali Bersih &amp; Rapi:</a:t>
            </a:r>
          </a:p>
          <a:p>
            <a:pPr lvl="1"/>
            <a:r>
              <a:rPr sz="1500"/>
              <a:t>Setelah selesai diproses, pelanggan mendapat notifikasi WA dan pakaian diantar kembali dalam kondisi wangi dan rapi.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Budi Antik Laundry • Majasem Kota Cirebon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Arsitektur Teknologi 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1">
                <a:solidFill>
                  <a:srgbClr val="0E7490"/>
                </a:solidFill>
              </a:rPr>
              <a:t>1. Cloud Hosting 24 Jam (Vercel):</a:t>
            </a:r>
          </a:p>
          <a:p>
            <a:pPr lvl="1"/>
            <a:r>
              <a:rPr sz="1500"/>
              <a:t>Aplikasi web selalu aktif secara global tanpa bergantung pada perangkat lokal pengguna. Cepat, aman (HTTPS), dan responsif di smartphone.</a:t>
            </a:r>
          </a:p>
          <a:p>
            <a:pPr/>
            <a:r>
              <a:rPr sz="1800" b="1">
                <a:solidFill>
                  <a:srgbClr val="0E7490"/>
                </a:solidFill>
              </a:rPr>
              <a:t>2. Database Cloud Permanen (Neon PostgreSQL):</a:t>
            </a:r>
          </a:p>
          <a:p>
            <a:pPr lvl="1"/>
            <a:r>
              <a:rPr sz="1500"/>
              <a:t>Data transaksi, identitas pemesan, riwayat order, dan status penjemputan tersimpan permanen di cloud database kelas enterprise.</a:t>
            </a:r>
          </a:p>
          <a:p>
            <a:pPr/>
            <a:r>
              <a:rPr sz="1800" b="1">
                <a:solidFill>
                  <a:srgbClr val="0E7490"/>
                </a:solidFill>
              </a:rPr>
              <a:t>3. Fonnte WhatsApp API Gateway:</a:t>
            </a:r>
          </a:p>
          <a:p>
            <a:pPr lvl="1"/>
            <a:r>
              <a:rPr sz="1500"/>
              <a:t>Menghubungkan sistem web langsung ke WhatsApp tanpa campur tangan manual untuk mengirimkan invoice dan alert pesanan baru.</a:t>
            </a:r>
          </a:p>
          <a:p>
            <a:pPr/>
            <a:r>
              <a:rPr sz="1800" b="1">
                <a:solidFill>
                  <a:srgbClr val="0E7490"/>
                </a:solidFill>
              </a:rPr>
              <a:t>4. Protected Admin Dashboard (/admin.html):</a:t>
            </a:r>
          </a:p>
          <a:p>
            <a:pPr lvl="1"/>
            <a:r>
              <a:rPr sz="1500"/>
              <a:t>Panel manajemen terproteksi password khusus pemilik untuk mengelola status cucian (Dijemput -&gt; Proses Cuci -&gt; Selesai -&gt; Diantar).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Budi Antik Laundry • Majasem Kota Cirebon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Jangkauan Area, Kontak &amp; Informasi Operasional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1">
                <a:solidFill>
                  <a:srgbClr val="0891B2"/>
                </a:solidFill>
              </a:rPr>
              <a:t>Area Layanan Antar-Jemput:</a:t>
            </a:r>
          </a:p>
          <a:p>
            <a:pPr lvl="1"/>
            <a:r>
              <a:rPr sz="1500"/>
              <a:t>Majasem Raya &amp; Indah, Kel. Karyamulya, Kec. Kesambi, Harjamukti, Perumnas, Sunyaragi, Cipto, dan sekitarnya (Kota Cirebon).</a:t>
            </a:r>
          </a:p>
          <a:p>
            <a:pPr/>
            <a:r>
              <a:rPr sz="1800" b="1">
                <a:solidFill>
                  <a:srgbClr val="0891B2"/>
                </a:solidFill>
              </a:rPr>
              <a:t>Jam Operasional:</a:t>
            </a:r>
          </a:p>
          <a:p>
            <a:pPr lvl="1"/>
            <a:r>
              <a:rPr sz="1500"/>
              <a:t>Buka Setiap Hari (Senin - Minggu) pukul 07.00 - 21.00 WIB. Antar-jemput standby setiap hari.</a:t>
            </a:r>
          </a:p>
          <a:p>
            <a:pPr/>
            <a:r>
              <a:rPr sz="1800" b="1">
                <a:solidFill>
                  <a:srgbClr val="0891B2"/>
                </a:solidFill>
              </a:rPr>
              <a:t>Akses Pemesanan &amp; Kontak Resmi:</a:t>
            </a:r>
          </a:p>
          <a:p>
            <a:pPr lvl="1"/>
            <a:r>
              <a:rPr sz="1500"/>
              <a:t>Website Resmi: https://budi-antik-laundry.vercel.app</a:t>
            </a:r>
          </a:p>
          <a:p>
            <a:pPr lvl="1"/>
            <a:r>
              <a:rPr sz="1500"/>
              <a:t>Hotline WhatsApp: 085962738788</a:t>
            </a:r>
          </a:p>
          <a:p>
            <a:pPr/>
            <a:r>
              <a:rPr sz="1800" b="1">
                <a:solidFill>
                  <a:srgbClr val="0891B2"/>
                </a:solidFill>
              </a:rPr>
              <a:t>Slogan:</a:t>
            </a:r>
          </a:p>
          <a:p>
            <a:pPr lvl="1"/>
            <a:r>
              <a:rPr sz="1500" i="1"/>
              <a:t>"Solusi Cuci Bersih, Wangi &amp; Cepat di Majasem Kota Cirebon — 1 Mesin 1 Pelanggan."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Budi Antik Laundry • Majasem Kota Cirebon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